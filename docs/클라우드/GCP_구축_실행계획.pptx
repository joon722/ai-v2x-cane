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배경·하드웨어 설명은 앞 자료에서 끝냈다는 전제. 이 자료는 클라우드만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"연결고리 파일들을 어떻게 하나"에 대한 답. 신입이 가장 먼저 알아야 할 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2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구축 실행 계획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Cloud에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어떻게 올릴 것인가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8EF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프로젝트는 이미 만들어져 있습니다. 이 자료는 그 위에서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8EF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· DB · 배포 · 권한을 어떻게 구성할지에만 집중합니다.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6858000" cy="1234440"/>
          </a:xfrm>
          <a:prstGeom prst="roundRect">
            <a:avLst>
              <a:gd name="adj" fmla="val 6667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599432"/>
            <a:ext cx="6345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  hanium-ssu-kpc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   asia-northeast3  (서울)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   gs://hanium-v2x   Standard · 비공개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하이퍼-슝 · 2026 ICT 한이음 드림업 · 2026. 7.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417320"/>
            <a:ext cx="3593592" cy="4480560"/>
          </a:xfrm>
          <a:prstGeom prst="roundRect">
            <a:avLst>
              <a:gd name="adj" fmla="val 3053"/>
            </a:avLst>
          </a:prstGeom>
          <a:solidFill>
            <a:srgbClr val="17355F"/>
          </a:solidFill>
          <a:ln w="12700">
            <a:solidFill>
              <a:srgbClr val="2C5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691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자료가 답하는 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21488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05088" y="21488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파일들은 각각 어디로 가나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75320" y="267004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05088" y="26700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폴더 구조는 어떻게 짜나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75320" y="319125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05088" y="319125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건 파일로, 어떤 건 DB로?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371246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05088" y="37124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인스턴스 사양과 테이블은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75320" y="4233672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05088" y="42336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DB로 들어가는 경로는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75320" y="4754880"/>
            <a:ext cx="310896" cy="310896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05088" y="47548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권한 · 비밀값은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5276088"/>
            <a:ext cx="310896" cy="310896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05088" y="52760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콘솔에서 뭘 눌러야 하나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것 / 아직 없는 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2026-07-26 콘솔 확인 기준. 여기서부터 확장합니다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4F2EA"/>
          </a:solidFill>
          <a:ln w="15875">
            <a:solidFill>
              <a:srgbClr val="1E7A5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 완료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316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hanium-ssu-kpc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27249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hanium-v2x  ·  Region asia-northeast3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090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클래스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3090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 ·  공개 액세스 아님 (정상)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456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34564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2026-07-24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1783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19751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만들 것 (이 자료의 내용)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377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안의 폴더 구조 · 명명 규칙 · 수명주기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 (PostgreSQL) 인스턴스와 테이블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 서비스 + Artifact Registry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계정 · Secret Manager · API 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10294C"/>
          </a:solidFill>
          <a:ln w="6350">
            <a:solidFill>
              <a:srgbClr val="102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2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버킷이 asia-northeast3에 있으니 나머지도 전부 같은 리전으로 맞춥니다. 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F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리전이 섞이면 데이터 전송 요금이 붙고 지연도 늘어납니다.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539496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시작하기 전에 확인할 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705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gcloud CLI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7058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gcloud auth login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gcloud config get project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6280" y="5705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프로젝트 권한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57058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계정이 hanium-ssu-kpc에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권한이 있는지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5705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결제 · 예산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57058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계정이 연결되어 있고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알림이 켜져 있는지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완성했을 때의 모습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이름까지 미리 정해둡니다 — 이름이 흔들리면 문서와 코드가 어긋납니다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3063240"/>
          </a:xfrm>
          <a:prstGeom prst="roundRect">
            <a:avLst>
              <a:gd name="adj" fmla="val 2687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10396728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[Jetson / RSU]                    [로컬 PC · SUMO]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  HTTPS + API key                |  gsutil 업로드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                                v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+---------------------------- Cloud Run: riskmap-api ---------------------------+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FastAPI   ·   asia-northeast3   ·   min 0 / max 3 instances                 |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+---+--------------------------------------------------+------------------------+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                                                 |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  원본 그대로                                      v  정리된 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 Storage                                     Cloud SQL (PostgreSQL 15)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gs://hanium-v2x                                   hanium-v2x-db  /  db: riskmap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raw/ curated/ ref/ backup/                        events · road_segment_stats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zones  · ingest_log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|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v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[브라우저]  지도 3종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983480"/>
            <a:ext cx="3456432" cy="1325880"/>
          </a:xfrm>
          <a:prstGeom prst="roundRect">
            <a:avLst>
              <a:gd name="adj" fmla="val 6207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51206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파일과 DB 둘 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5431536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GCS는 싸고 무한하지만 검색이 안 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SQL은 검색·집계가 되지만 비쌉니다.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GCS, 조회용은 SQL.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4983480"/>
            <a:ext cx="3456432" cy="1325880"/>
          </a:xfrm>
          <a:prstGeom prst="roundRect">
            <a:avLst>
              <a:gd name="adj" fmla="val 6207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51206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Cloud Run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864" y="5431536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없으면 인스턴스가 0으로 줄어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 거의 발생하지 않습니다.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고정 주소가 자동으로 붙습니다.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4983480"/>
            <a:ext cx="3456432" cy="1325880"/>
          </a:xfrm>
          <a:prstGeom prst="roundRect">
            <a:avLst>
              <a:gd name="adj" fmla="val 6207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51206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최대 3 인스턴스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5431536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프로젝트 트래픽에 3이면 충분하고,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확장으로 인한 요금 사고를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막아줍니다.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것 — 이름과 사양을 미리 확정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표가 곧 작업 목록입니다. 콘솔에서 만들 때 이 이름을 그대로 쓰세요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17520"/>
                <a:gridCol w="4142232"/>
                <a:gridCol w="960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/ 사양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Storage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gs://hanium-v2x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파일 보관 (raw/curated/ref/backup)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SQL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hanium-v2x-db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PostgreSQL 15 · db-f1-micro · 10GB SSD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이벤트·집계 테이블. DB명 riskmap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Artifact Registry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hanium-v2x (docker)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Run에 올릴 컨테이너 이미지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Run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riskmap-api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512MiB · min 0 / max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서버 + 지도 정적 파일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Secret Manager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db-url · api-key-jetson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api-key-importer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접속 문자열, 업로드 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계정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riskmap-run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sumo-importer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Run 실행 / 배치 적재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Scheduler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refresh-stats (5분 주기)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테이블 갱신 호출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6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asia-northeast3.  이름에 리전·환경 접미사를 붙이지 않은 이유 — 이 프로젝트는 환경이 하나뿐이라 단순한 이름이 낫습니다.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가진 파일은 각각 어디로 가나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올리는 게 아닙니다. 올릴 것 · 보관만 할 것 · 안 올릴 것을 먼저 나눕니다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64208"/>
          <a:ext cx="109087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3108960"/>
                <a:gridCol w="2496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(지금 위치)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Jetson  final_risk_log.csv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step6/7/8_*.csv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실시간 로그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raw/live/ + DB events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 지도의 원천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dataset/scenario_00X/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event_result.csv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SUMO 결과 22컬럼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raw/sumo/ + DB events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 지도의 원천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dataset/master_dataset.csv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시나리오 병합 7.9만행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4E8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raw/sumo/ 보관만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학습용 · 지도엔 불필요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dataset/labeled_master_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dataset.csv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학습 입력 1.26만행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4E8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raw/sumo/ 보관만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 확보용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feature.csv · risk_result.csv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산출물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6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올리지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event_result에 포함됨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zones/zone_definition.csv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위험구역 4개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0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ref/ + DB zones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오버레이·판정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map/app/data/roads.json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OSM 도로망 117KB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4E8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ref/ + 앱에 동봉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 스냅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risk_transformer.onnx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학습된 AI 모델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4E8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GCS models/ 보관만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추론은 Jetson이 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 3개만 DB에 들어갑니다.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버킷에 보관만 — 나중에 필요해질 때 꺼내 쓰기 위한 것이지 지금 지도에 쓰이지는 않습니다.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안을 이렇게 나눕니다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gs://hanium-v2x 하나로 충분합니다. 버킷을 여러 개 만들지 말고 접두사(prefix)로 나누세요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675120" cy="3794760"/>
          </a:xfrm>
          <a:prstGeom prst="roundRect">
            <a:avLst>
              <a:gd name="adj" fmla="val 2169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61630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gs://hanium-v2x/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 raw/                        원본 · 절대 수정/삭제 금지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+-- live/dt=2026-07-26/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  events-1430.jsonl     실시간 수신 원본 (시간별 묶음)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+-- sumo/scenario_000/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event_result.csv      SUMO 결과 그대로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master_dataset.csv    보관용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 curated/                    가공본 · 다시 만들 수 있음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+-- sumo/scenario_000/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converted-20260726.csv    위경도 변환 후 적재한 것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 ref/                        기준 데이터 · 거의 안 바뀜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zone_definition.csv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roads.json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 models/  risk_transformer.onnx        학습 산출물 보관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 backup/sql/2026-07-26/riskmap.dump    DB 덤프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43800" y="1737360"/>
            <a:ext cx="4005072" cy="1170432"/>
          </a:xfrm>
          <a:prstGeom prst="roundRect">
            <a:avLst>
              <a:gd name="adj" fmla="val 7031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raw는 손대지 않는다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18120" y="21579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append만 하고 수정·삭제하지 않습니다.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변환식이 틀렸을 때 되돌아갈 유일한 지점입니다.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3800" y="3035808"/>
            <a:ext cx="4005072" cy="1170432"/>
          </a:xfrm>
          <a:prstGeom prst="roundRect">
            <a:avLst>
              <a:gd name="adj" fmla="val 7031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dt=YYYY-MM-DD 형식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34564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폴더명에 넣으면 기간별로 지우거나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옮기기 쉽고, 나중에 BigQuery로 읽을 때도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파티션으로 인식됩니다.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4334256"/>
            <a:ext cx="4005072" cy="1170432"/>
          </a:xfrm>
          <a:prstGeom prst="roundRect">
            <a:avLst>
              <a:gd name="adj" fmla="val 7031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4453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curated는 지워도 된다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8120" y="47548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raw에서 다시 만들 수 있으므로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용량이 부담되면 정리 대상 1순위입니다.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10294C"/>
          </a:solidFill>
          <a:ln w="6350">
            <a:solidFill>
              <a:srgbClr val="1029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66928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수명주기 규칙 — raw는 90일 뒤 Nearline으로 자동 전환(요금 절감), curated는 30일 뒤 삭제. 콘솔 버킷 → 수명 주기에서 설정.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파일로 두고, 무엇을 표로 넣나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실수는 전부 DB에 넣는 것입니다. DB는 비싸고, 파일은 검색이 안 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E8EFF9"/>
          </a:solidFill>
          <a:ln w="15875">
            <a:solidFill>
              <a:srgbClr val="1D4E8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933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Storage 로 가는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업로드된 파일 원본 그대로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쓰고 거의 안 읽는 것 (아카이브)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용량이 큰 것 (master_dataset 12.9MB 등)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재현성을 위해 남겨야 하는 것 (학습 데이터·모델)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검색·집계할 필요가 없는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9933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 로 가는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2377440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지도가 매번 읽어야 하는 것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기간·구간·소스로 걸러야 하는 것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평균·건수 같은 집계가 필요한 것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중복을 막아야 하는 것 (UNIQUE 제약)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수백 바이트로 작은 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84632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 한 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데이터를 지도 화면이 직접 읽는가?”  </a:t>
            </a:r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Cloud SQL.   아니오 → Cloud Storage.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master_dataset.csv는 7.9만 행이지만 지도가 읽지 않습니다. 그래서 DB에 넣지 않습니다. 반대로 zone 정의는 4행뿐이지만 지도가 매번 읽으므로 DB에 넣습니다. </a:t>
            </a:r>
            <a:pPr indent="0" marL="0">
              <a:lnSpc>
                <a:spcPts val="2300"/>
              </a:lnSpc>
              <a:buNone/>
            </a:pPr>
            <a:r>
              <a:rPr lang="en-US" sz="13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크기가 아니라 용도로 결정하세요.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인스턴스 사양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리전·DB 종류는 바꿀 수 없습니다. 사양(CPU/메모리)은 나중에 올릴 수 있습니다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6062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인스턴스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hanium-v2x-db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버킷과 이름을 맞춰 한눈에 짝을 알 수 있게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엔진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PostgreSQL 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MySQL도 되지만, 나중에 PostGIS(공간 검색)를 켤 수 있어 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asia-northeast3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버킷·Cloud Run과 동일. 다르면 전송 요금 발생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단일 영역 (Single zone)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고가용성은 요금이 2배. 학생 프로젝트엔 불필요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머신 유형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db-f1-micro (공유 코어)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작은 사양으로 시작. 느리면 나중에 올림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SSD 10GB · 자동 증가 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이벤트는 건당 수백 바이트라 10GB면 수천만 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자동 백업 ON · 7일 보관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실수로 DELETE 했을 때 되돌릴 유일한 수단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IP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끄기 (Auth Proxy 사용)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IP를 켜면 전 세계에서 접속 시도가 들어옵니다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/ 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riskmap / riskmap_app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 슈퍼유저를 앱에서 직접 쓰지 않기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623560"/>
            <a:ext cx="10908792" cy="731520"/>
          </a:xfrm>
          <a:prstGeom prst="roundRect">
            <a:avLst>
              <a:gd name="adj" fmla="val 11250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62356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중에는 밤에 인스턴스를 정지시켜도 됩니다. 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그대로 유지되고, 다시 시작하면 몇 분 만에 올라옵니다. 비용의 대부분이 “켜져 있는 시간”에서 나옵니다.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 — 모든 위험 이벤트가 쌓이는 곳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실측과 시뮬이 같은 테이블에 들어가고, source 컬럼으로 구분됩니다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903720" cy="4114800"/>
          </a:xfrm>
          <a:prstGeom prst="roundRect">
            <a:avLst>
              <a:gd name="adj" fmla="val 2000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639165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events (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 BIGSERIAL PRIMARY KEY,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event_uid    TEXT NOT NULL UNIQUE,      -- 중복 방지 키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       TEXT NOT NULL,             -- 'live' | 'sumo'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device_id    TEXT,                      -- jetson-01 등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scenario_id  TEXT,                      -- scenario_000 (live면 NULL)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          DOUBLE PRECISION NOT NULL,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lng          DOUBLE PRECISION NOT NULL,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edge_id      TEXT,                      -- 스냅된 도로 구간 (저장 시 계산)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         SMALLINT NOT NULL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CHECK (risk BETWEEN 0 AND 3),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ttc          DOUBLE PRECISION,          -- 미접근이면 NULL (9999 금지)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distance_m   DOUBLE PRECISION,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zone_id      TEXT,                      -- Z01~Z04 / OUT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occurred_at  TIMESTAMPTZ NOT NULL,      -- 현장에서 일어난 시각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  TIMESTAMPTZ NOT NULL DEFAULT now()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ix_ev_src_time ON events (source, occurred_at);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ix_ev_edge_src ON events (edge_id, source);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0" y="1737360"/>
            <a:ext cx="3776472" cy="1261872"/>
          </a:xfrm>
          <a:prstGeom prst="roundRect">
            <a:avLst>
              <a:gd name="adj" fmla="val 6522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28432" y="1865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event_uid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28432" y="21762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Jetson이 재전송해도 1건만 남게.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device_id-seq 또는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device_id-발생시각(ms)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3154680"/>
            <a:ext cx="3776472" cy="1261872"/>
          </a:xfrm>
          <a:prstGeom prst="roundRect">
            <a:avLst>
              <a:gd name="adj" fmla="val 6522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28432" y="35935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때 한 번만 계산해 넣습니다.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조회할 때마다 스냅하면 느려집니다.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4572000"/>
            <a:ext cx="3776472" cy="1261872"/>
          </a:xfrm>
          <a:prstGeom prst="roundRect">
            <a:avLst>
              <a:gd name="adj" fmla="val 6522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4700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occurred_at / created_at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28432" y="5010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큐에 쌓였다 늦게 올라오면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값이 벌어집니다 — 정상입니다.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②③④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· 구역 · 적재 이력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 외에 세 개가 더 필요합니다. 각각 역할이 분명합니다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577840" cy="4251960"/>
          </a:xfrm>
          <a:prstGeom prst="roundRect">
            <a:avLst>
              <a:gd name="adj" fmla="val 1935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5065776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지도가 실제로 읽는 표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road_segment_stats (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edge_id     TEXT NOT NULL,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      TEXT NOT NULL,   -- live|sumo|combined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p1_lat DOUBLE PRECISION, p1_lng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p2_lat DOUBLE PRECISION, p2_lng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event_count INTEGER NOT NULL,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avg_risk    DOUBLE PRECISION NOT NULL,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      SMALLINT NOT NULL,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avg_ttc    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agreement   TEXT,            -- combined 행에만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updated_at  TIMESTAMPTZ DEFAULT now(),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PRIMARY KEY (edge_id, source)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위험구역 정의 (zone_definition.csv 적재)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zones (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zone_id    TEXT PRIMARY KEY,   -- Z01~Z04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zone_name  TEXT, zone_type TEXT,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center_lat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center_lng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radius_m   DOUBLE PRECISION,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base_risk  SMALLINT</a:t>
            </a:r>
            <a:endParaRPr lang="en-US" sz="950" dirty="0"/>
          </a:p>
          <a:p>
            <a:pPr indent="0" marL="0">
              <a:lnSpc>
                <a:spcPts val="132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46520" y="1737360"/>
            <a:ext cx="5102352" cy="2514600"/>
          </a:xfrm>
          <a:prstGeom prst="roundRect">
            <a:avLst>
              <a:gd name="adj" fmla="val 3273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901952"/>
            <a:ext cx="459028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어떤 파일을 언제 몇 건 넣었나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ingest_log (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BIGSERIAL PRIMARY KEY,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gcs_uri     TEXT NOT NULL UNIQUE,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      TEXT NOT NULL,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scenario_id TEXT,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row_count      INTEGER NOT NULL,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inserted_count INTEGER NOT NULL,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skipped_count  INTEGER NOT NULL,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     TEXT NOT NULL,  -- ok|failed|partial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      TEXT,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started_at  TIMESTAMPTZ NOT NULL,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finished_at TIMESTAMPTZ</a:t>
            </a:r>
            <a:endParaRPr lang="en-US" sz="9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46520" y="4434840"/>
            <a:ext cx="5102352" cy="1554480"/>
          </a:xfrm>
          <a:prstGeom prst="roundRect">
            <a:avLst>
              <a:gd name="adj" fmla="val 5294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ingest_log 가 왜 필요한가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49560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 CSV를 실수로 두 번 임포트하면 이벤트가 두 배가 됩니다. gcs_uri에 UNIQUE를 걸어두면 같은 파일을 다시 넣으려 할 때 바로 막힙니다. 문제가 생겼을 때 “언제 무엇이 들어왔나”를 확인하는 유일한 기록이기도 합니다.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road_segment_stats 는 구간 하나당 행이 3개 — live · sumo · combined. 지도 3종이 각각 이 행 하나씩을 읽습니다.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3종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테이블에서 지도 3개가 나오는 방법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events를 source별로 집계해 stats에 넣고, 지도는 stats만 읽습니다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2286000"/>
          </a:xfrm>
          <a:prstGeom prst="roundRect">
            <a:avLst>
              <a:gd name="adj" fmla="val 3600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1039672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live 행                                    -- ② sumo 행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road_segment_stats                  같은 쿼리에서 source='sumo' 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edge_id, 'live',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..., COUNT(*), AVG(risk), ROUND(AVG(risk)), AVG(ttc), NULL, now()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events WHERE source='live' AND edge_id IS NOT NULL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edge_id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(edge_id, source) DO UPDATE SET ...;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combined 행 : events를 다시 읽지 않고 ①②의 결과만 본다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    = GREATEST(live.grade, sumo.grade)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agreement = both | live_only | sumo_only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E4F2EA"/>
          </a:solidFill>
          <a:ln w="15875">
            <a:solidFill>
              <a:srgbClr val="1E7A5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7083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실측 지도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6908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source='live'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장치가 낸 이벤트만.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적지만 신뢰도 최상.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420624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E8EFF9"/>
          </a:solidFill>
          <a:ln w="15875">
            <a:solidFill>
              <a:srgbClr val="1D4E8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437083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시뮬 지도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46908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source='sumo'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5152" y="4983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SUMO가 만든 가상 상황.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시나리오별 필터 가능.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420624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75904" y="437083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종합 지도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75904" y="46908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source='combined'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4983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높은 등급을 취하고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 여부를 함께 표시.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10294C"/>
          </a:solidFill>
          <a:ln w="6350">
            <a:solidFill>
              <a:srgbClr val="1029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합산이 아니라 GREATEST(max)인 이유 — 그냥 합치면 SUMO 수만 건에 실측 몇 건이 묻힙니다. 우리 시스템의 안전 우선 max 융합 원칙과도 같습니다.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— Jetson에서 클라우드까지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건이 들어올 때 서버가 하는 일을 순서대로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93392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77977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판정 발생 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event_uid를 만들어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JSONL에 먼저 기록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2968" y="2468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7830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1993392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30168" y="245059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업로더 스레드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168" y="277977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읽어 순서대로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/api/events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지수 백오프 재시도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61888" y="2468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1993392"/>
            <a:ext cx="347472" cy="347472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19088" y="245059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277977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검증 → 좌표 범위 검사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edge_id 계산 → events INSERT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uid면 무시)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50808" y="2468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06840" y="17830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08008" y="1993392"/>
            <a:ext cx="347472" cy="347472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25" name="Text 23"/>
          <p:cNvSpPr/>
          <p:nvPr/>
        </p:nvSpPr>
        <p:spPr>
          <a:xfrm>
            <a:off x="920800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08008" y="245059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완료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08008" y="277977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SQL에 1행 추가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GCS raw/live/에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JSON 한 줄 append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6675120" cy="2331720"/>
          </a:xfrm>
          <a:prstGeom prst="roundRect">
            <a:avLst>
              <a:gd name="adj" fmla="val 3529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959352"/>
            <a:ext cx="61630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/api/events            Header: X-API-Key: &lt;api-key-jetson&gt;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"event_uid":  "jetson-01-000482",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    "live",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"device_id":  "jetson-01",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"lat": 37.4997, "lng": 126.9516,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"risk": 3, "ttc": 0.8, "distance_m": 2.4,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"zone_id": "Z04",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"occurred_at": "2026-07-26T14:30:12+09:00"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543800" y="3794760"/>
            <a:ext cx="4005072" cy="2103120"/>
          </a:xfrm>
          <a:prstGeom prst="roundRect">
            <a:avLst>
              <a:gd name="adj" fmla="val 3913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18120" y="3977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끊겨도 잃지 않는 구조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18120" y="431596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네트워크는 반드시 끊깁니다. 핵심은 “보내기 전에 먼저 파일에 쓴다”입니다. 메모리 큐만 쓰면 프로세스가 죽는 순간 사라집니다.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성공한 줄만 표시해두고, 재시작하면 표시 안 된 줄부터 이어서 보냅니다.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 결과를 올리는 절차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건을 한 건씩 POST하면 몇 시간 걸립니다. 파일로 올리고 서버가 읽게 하세요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65960"/>
            <a:ext cx="329184" cy="329184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업로드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70662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gsutil cp event_result.csv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gs://hanium-v2x/raw/sumo/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scenario_000/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0904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62072" y="178308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" y="1965960"/>
            <a:ext cx="329184" cy="329184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3" name="Text 11"/>
          <p:cNvSpPr/>
          <p:nvPr/>
        </p:nvSpPr>
        <p:spPr>
          <a:xfrm>
            <a:off x="3026664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26664" y="239572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변환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26664" y="270662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convertXY2LonLat 로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SUMO x/y → 위경도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ttc 9999 → NULL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82896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4064" y="178308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48656" y="1965960"/>
            <a:ext cx="329184" cy="329184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9" name="Text 17"/>
          <p:cNvSpPr/>
          <p:nvPr/>
        </p:nvSpPr>
        <p:spPr>
          <a:xfrm>
            <a:off x="5248656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48656" y="239572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변환본 업로드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48656" y="270662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curated/sumo/scenario_000/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converted-YYYYMMDD.csv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04888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06056" y="178308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0648" y="1965960"/>
            <a:ext cx="329184" cy="329184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48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70648" y="239572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실행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70648" y="270662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/api/import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gcs_uri, source, scenario_id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서버가 읽어 events에 INSERT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0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28048" y="1783080"/>
            <a:ext cx="2011680" cy="1965960"/>
          </a:xfrm>
          <a:prstGeom prst="roundRect">
            <a:avLst>
              <a:gd name="adj" fmla="val 41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92640" y="1965960"/>
            <a:ext cx="329184" cy="329184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92640" y="239572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92640" y="270662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ingest_log에 파일 URI와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건수·상태 기록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(같은 URI 재실행 차단)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3931920"/>
            <a:ext cx="6675120" cy="2240280"/>
          </a:xfrm>
          <a:prstGeom prst="roundRect">
            <a:avLst>
              <a:gd name="adj" fmla="val 3673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096512"/>
            <a:ext cx="616305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원본 그대로 올리기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gsutil -m cp dataset/scenario_000/event_result.csv \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gs://hanium-v2x/raw/sumo/scenario_000/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변환 후 올리기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gsutil cp converted-20260726.csv \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gs://hanium-v2x/curated/sumo/scenario_000/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서버에 적재 요청 (500건씩 나눠 INSERT)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$URL/api/import -H "X-API-Key: $KEY" \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'{"gcs_uri":"gs://.../converted-20260726.csv",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"source":"sumo","scenario_id":"scenario_000"}'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3931920"/>
            <a:ext cx="4005072" cy="1965960"/>
          </a:xfrm>
          <a:prstGeom prst="roundRect">
            <a:avLst>
              <a:gd name="adj" fmla="val 41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1812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전 반드시 검산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818120" y="4453128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변환한 좌표가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 37.4~37.6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경도 126.8~127.1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범위인지 확인하세요.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벗어나면 변환식이 틀린 것입니다. 먼저 10건만 올려 지도에서 눈으로 확인한 뒤 전체를 올리세요.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배포 설정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하나로 API와 지도 화면을 함께 서빙합니다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58795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이름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riskmap-api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주소가 riskmap-api-…run.app 형태로 생성됨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asia-northeast3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DB·버킷과 동일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/ CPU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512MiB / 1 vCPU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+ 도로망 로딩에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인스턴스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0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 0 / max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 0이라 안 쓰면 요금 0. max 3으로 폭주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미인증 호출 허용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지도를 누구나 봐야 하므로. 쓰기 API는 API 키로 별도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SQL 연결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--add-cloudsql-instances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이걸 빼면 DB 접속이 안 되고 500 에러가 납니다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DATABASE_URL · API_KEY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GCS_BUCKET=hanium-v2x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앞의 둘은 Secret Manager에서 주입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계정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riskmap-run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계정은 권한이 넓습니다. 전용 계정을 쓰세요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9496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559552"/>
            <a:ext cx="10396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run deploy riskmap-api --region asia-northeast3 --allow-unauthenticated \</a:t>
            </a:r>
            <a:endParaRPr lang="en-US" sz="9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 asia-northeast3-docker.pkg.dev/hanium-ssu-kpc/hanium-v2x/riskmap:latest \</a:t>
            </a:r>
            <a:endParaRPr lang="en-US" sz="9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--add-cloudsql-instances hanium-ssu-kpc:asia-northeast3:hanium-v2x-db \</a:t>
            </a:r>
            <a:endParaRPr lang="en-US" sz="9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--service-account riskmap-run@hanium-ssu-kpc.iam.gserviceaccount.com \</a:t>
            </a:r>
            <a:endParaRPr lang="en-US" sz="9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--set-secrets DATABASE_URL=db-url:latest,API_KEY=api-key-jetson:latest --max-instances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할 수 있게 할 것인가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“일단 다 열고 나중에 좁히기”는 대부분 나중이 오지 않습니다. 처음부터 좁게 시작하세요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계정 2개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3042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riskmap-run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Run이 사용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 Client + Storage Object Creator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172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sumo-importer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47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적재 스크립트가 사용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Object Admin + Cloud SQL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 Manager 3개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30428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db-url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9672" y="25420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postgresql+psycopg://riskmap_app:…@/riskmap?host=/cloudsql/…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9672" y="288036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api-key-jetson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9672" y="31181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장치가 이벤트를 올릴 때 쓰는 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9672" y="3456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api-key-importer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9672" y="36941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 배치 적재용 키 (분리해야 유출 시 하나만 교체)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E8EFF9"/>
          </a:solidFill>
          <a:ln w="6350">
            <a:solidFill>
              <a:srgbClr val="E8EF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5079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버킷은 공개하지 않는다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482803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“공개 아님” 상태가 맞습니다.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쓰는 데이터는 API를 통해 나가지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버킷을 직접 열어주지 않습니다.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4343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45079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Git에 올리지 않는다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26864" y="482803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계정 JSON 키와 API 키는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.gitignore에. 올라갔다면 커밋을 지워도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유출로 간주하고 즉시 교체하세요.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4343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E8EFF9"/>
          </a:solidFill>
          <a:ln w="6350">
            <a:solidFill>
              <a:srgbClr val="E8EF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45079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읽기는 열고 쓰기는 막는다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57616" y="482803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/api/segments — 누구나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/api/events, /api/import — API 키 필수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콘솔에서 이 순서로 만드세요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4개는 오늘 안에 끝납니다. 각 항목 뒤 괄호는 콘솔 메뉴 위치입니다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알림 확인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→ 예산 및 알림 → 월 한도 설정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이미 되어 있으면 건너뜀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965960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사용 설정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27340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및 서비스 → Cloud SQL Admin,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Run, Artifact Registry, Secret Manager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965960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폴더 만들기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27340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Storage → hanium-v2x →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 curated/ ref/ models/ backup/ 생성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7830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965960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89720" y="2404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파일 올리기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89720" y="27340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ref/ 에 zone_definition.csv, roads.json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raw/sumo/ 에 event_result.csv 6개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114800"/>
            <a:ext cx="347472" cy="347472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5537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 생성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488289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→ 인스턴스 만들기 → PostgreSQL 15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hanium-v2x-db · db-f1-micro · 공개IP 끄기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39319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11880" y="4114800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32" name="Text 30"/>
          <p:cNvSpPr/>
          <p:nvPr/>
        </p:nvSpPr>
        <p:spPr>
          <a:xfrm>
            <a:off x="361188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11880" y="45537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DB·사용자 생성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11880" y="488289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→ 데이터베이스 riskmap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riskmap_app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9319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4114800"/>
            <a:ext cx="347472" cy="347472"/>
          </a:xfrm>
          <a:prstGeom prst="ellipse">
            <a:avLst/>
          </a:prstGeom>
          <a:solidFill>
            <a:srgbClr val="D9700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45537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생성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00800" y="488289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 Studio 또는 Auth Proxy로 접속해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앞장의 DDL 4개 실행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06840" y="39319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9720" y="4114800"/>
            <a:ext cx="347472" cy="34747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89720" y="45537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수명주기 설정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189720" y="488289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→ 수명 주기 → raw 90일 Nearline,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curated 30일 삭제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605332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 3개(예산·SQL 생성·테이블 생성)만 되돌리기 어렵습니다. 나머지는 틀려도 지우고 다시 만들면 됩니다.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모음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CLI로 하고 싶다면 — 복붙용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콘솔로 해도 결과는 같습니다. 옵션이 안 먹으면 --help로 확인하세요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4434840"/>
          </a:xfrm>
          <a:prstGeom prst="roundRect">
            <a:avLst>
              <a:gd name="adj" fmla="val 1856"/>
            </a:avLst>
          </a:prstGeom>
          <a:solidFill>
            <a:srgbClr val="16283F"/>
          </a:solidFill>
          <a:ln w="6350">
            <a:solidFill>
              <a:srgbClr val="1628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10396728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0) 기본값 + 필요한 API 켜기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config set project hanium-ssu-kpc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config set run/region asia-northeast3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services enable sqladmin.googleapis.com run.googleapis.com \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artifactregistry.googleapis.com secretmanager.googleapis.com storage.googleapis.com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Cloud SQL  (인스턴스 → DB → 사용자 순서)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sql instances create hanium-v2x-db --database-version=POSTGRES_15 \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--tier=db-f1-micro --region=asia-northeast3 --storage-size=10GB \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--storage-auto-increase --backup --no-assign-ip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sql databases create riskmap --instance=hanium-v2x-db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sql users create riskmap_app --instance=hanium-v2x-db --password=&lt;PW&gt;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이미지 저장소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artifacts repositories create hanium-v2x \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--repository-format=docker --location=asia-northeast3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비밀값  (파일로 남기지 말고 표준입력으로)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 '%s' "postgresql+psycopg://..." | gcloud secrets create db-url --data-file=-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 '%s' "&lt;랜덤32자&gt;" | gcloud secrets create api-key-jetson --data-file=-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서비스 계정 + 권한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iam service-accounts create riskmap-run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projects add-iam-policy-binding hanium-ssu-kpc --role=roles/cloudsql.client \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--member=serviceAccount:riskmap-run@hanium-ssu-kpc.iam.gserviceaccount.com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로컬에서 DB 붙기 (공개 IP 없이)</a:t>
            </a:r>
            <a:endParaRPr lang="en-US" sz="90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0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cloud-sql-proxy hanium-ssu-kpc:asia-northeast3:hanium-v2x-db --port 5432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규칙과 지금 결정할 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나면 신경 쓸 것은 세 가지뿐입니다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SQL이 켜져 있는 시간이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비용의 대부분입니다.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중엔 밤에 정지시켜도 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알림은 반드시 유지.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9659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304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 7일 + 월 1회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GCS backup/sql/ 에 수동 덤프.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데이터는 재생성 가능하지만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 원본은 아닙니다.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904" y="19659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5904" y="2304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 로그에서 5xx 확인.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“마지막 실측 수신 시각”을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 띄워두면 장애를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알 수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908792" cy="2377440"/>
          </a:xfrm>
          <a:prstGeom prst="roundRect">
            <a:avLst>
              <a:gd name="adj" fmla="val 3462"/>
            </a:avLst>
          </a:prstGeom>
          <a:solidFill>
            <a:srgbClr val="FCEFDF"/>
          </a:solidFill>
          <a:ln w="15875">
            <a:solidFill>
              <a:srgbClr val="D9700A"/>
            </a:solidFill>
            <a:prstDash val="solid"/>
          </a:ln>
          <a:effectLst>
            <a:outerShdw sx="100000" sy="100000" kx="0" ky="0" algn="bl" rotWithShape="0" blurRad="127000" dist="25400" dir="5400000">
              <a:srgbClr val="8FA2B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041648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전에 팀이 답해야 할 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43484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434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 좌표 변환식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434840"/>
            <a:ext cx="8485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net.xml이 실제 지역에 지오레퍼런싱되어 있는지. 안 되어 있으면 기준점 오프셋 방식을 합의해야 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86460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864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GPS 지역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864608"/>
            <a:ext cx="8485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실시간 파이프라인이 가짜 좌표(37.0/127.0)를 쓰고 있습니다. 실제 측정 장소를 확정해야 지도 중심이 정해집니다.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294376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294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트리거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5294376"/>
            <a:ext cx="8485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판정을 올리면 10Hz로 폭증합니다. risk ≥ 1만 올릴지, 중복은 어떻게 억제할지.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572414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57241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 기준 시각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5724144"/>
            <a:ext cx="8485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SUMO의 ts_ms는 상대 시간입니다. 절대 시각으로 바꾸려면 기준 시각을 정해야 합니다.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GCP 구축 실행 계획 — hanium-ssu-kpc</dc:title>
  <dc:subject>PptxGenJS Presentation</dc:subject>
  <dc:creator>팀 하이퍼-슝</dc:creator>
  <cp:lastModifiedBy>팀 하이퍼-슝</cp:lastModifiedBy>
  <cp:revision>1</cp:revision>
  <dcterms:created xsi:type="dcterms:W3CDTF">2026-07-26T06:22:22Z</dcterms:created>
  <dcterms:modified xsi:type="dcterms:W3CDTF">2026-07-26T06:22:22Z</dcterms:modified>
</cp:coreProperties>
</file>